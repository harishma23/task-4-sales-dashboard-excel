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6145e383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6145e383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6145e383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6145e383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6145e383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6145e383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4: Sales Dashboard Design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G.HARISHMA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create an interactive sales dashboard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analyze sales and profit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identify trends and performance by region and category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internship pi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3709"/>
            <a:ext cx="9143999" cy="4816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Dashboard provides clear view of sales 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Helps identify trends and comparisons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Useful for business decision-making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